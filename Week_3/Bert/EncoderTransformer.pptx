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1179C-9951-459A-B12F-5FC749FCE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42273-174D-42A4-86E1-E617AC5EF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7A835-7342-4322-BAA5-6AE522FA9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F4A-11D2-423B-BD22-62DCC6C71911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553FB-80FC-433A-B6FA-E56259398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79446-8B56-4052-BBF7-5AC43E609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B0916-FCCD-4B5A-A361-CB5AA9CD60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658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5C657-E13B-40CB-8E11-FCB6A6EC5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9D55-4EE8-4952-A7A9-B47C1094B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90BF3-2DC8-4BA2-BBC3-EB44D348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F4A-11D2-423B-BD22-62DCC6C71911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ED300-47DE-45EA-B87D-8878EC6C5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14100-0FF9-40D1-9BA1-1424A1682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B0916-FCCD-4B5A-A361-CB5AA9CD60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441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4CF6-6804-40FA-B5D9-0D2F8120D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1B58D-05E0-4FD7-B840-DC348AB88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3683B-15D7-4234-B30D-88521EF2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F4A-11D2-423B-BD22-62DCC6C71911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9A172-A3BC-4D58-A448-7E73AB10E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674E6-E1C7-43CF-9FFD-30E70604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B0916-FCCD-4B5A-A361-CB5AA9CD60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44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5634-F845-4AB6-BD5C-DA74DBF42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4F603-A58F-4078-93E4-5F1E3C81E5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E5B86-4115-4B2D-BEC7-364F493FC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9397B-AD16-43E8-82FC-FBA6FB98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F4A-11D2-423B-BD22-62DCC6C71911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DAA69-1C7E-40BD-8C7F-844CBC1F5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48F67-41E7-4061-9380-7E506F5FA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B0916-FCCD-4B5A-A361-CB5AA9CD60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19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68B3B-A769-4FA1-A2CB-B5F051AE3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CEEAD-4102-4E6D-B871-330C864C3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2275-2898-4A9F-8348-59AA59646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B629A5-FABA-4484-8DA0-B7F538E57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A5DA68-B47C-4B66-88F3-8A920FE42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0153B-A4E1-4AF9-9829-B4506B923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F4A-11D2-423B-BD22-62DCC6C71911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7FB63B-49C3-4CF5-9FBE-D48500EE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879543-1A54-4568-9878-186E98360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B0916-FCCD-4B5A-A361-CB5AA9CD60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49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748E-B128-4840-B899-58E99074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486C22-6C82-4C52-BA01-129B4248A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F4A-11D2-423B-BD22-62DCC6C71911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49B46-57A7-4A4E-9D76-C116CEBE0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AF338-DA20-4B80-9019-A9BF3280F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B0916-FCCD-4B5A-A361-CB5AA9CD60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969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39E7B-A98B-4EA9-85D1-2C2AA5F8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F4A-11D2-423B-BD22-62DCC6C71911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82CDB-74BA-449C-AC44-8F954F4BA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E10FE-997C-42E1-8DA3-F8E64DBB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B0916-FCCD-4B5A-A361-CB5AA9CD60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D4B7B-0AF4-4CA0-BCAA-8FDDA2600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53759-02EE-47E8-99F9-4BACF7D3B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B810A-F467-4D20-922B-D396401B9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C8B1C-9B89-4CC1-A925-41EDA602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F4A-11D2-423B-BD22-62DCC6C71911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635DB-1FAF-45AC-806B-D190CEBB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03E71-BDCE-4507-9D67-EEEE6408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B0916-FCCD-4B5A-A361-CB5AA9CD60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921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20D0F-E15B-448F-937C-FA1B460A2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3565E7-642E-4139-A214-E307AC6F3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58D31-CCA6-4551-816D-72FF1376D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5F023-BD9C-4100-BA13-D2E1797F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F4A-11D2-423B-BD22-62DCC6C71911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38638-1E5B-4868-A41E-78E26B30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D38B1-E67B-43F2-A97F-70FE91FD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B0916-FCCD-4B5A-A361-CB5AA9CD60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83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B7EE-BA8B-4328-B50B-E6FE73B3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03B4E-160B-484A-BE44-B72501DE5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2A584-13F7-43D5-B178-EAA974AB9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F4A-11D2-423B-BD22-62DCC6C71911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EB618-0989-4F4E-9901-DE92CA791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7135-116D-47BE-AA11-6E4038E65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B0916-FCCD-4B5A-A361-CB5AA9CD60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803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C71521-8B6D-4E88-AFAA-A8FF34C49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3F041-2F1F-4310-A6F3-EB23520E6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35461-747B-440E-8CBC-459A3C1A8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F4A-11D2-423B-BD22-62DCC6C71911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081A0-7E0E-4DD6-B4D2-07477F08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3FAD0-1941-4307-95EB-F458BDDB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B0916-FCCD-4B5A-A361-CB5AA9CD60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497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EC87E3-E8DF-49F7-8A9D-8624F5E4E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7AEE7-FF40-44A6-9306-D23C6EC44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2D9CB-E5A6-408E-8922-35738295B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2AF4A-11D2-423B-BD22-62DCC6C71911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4D477-5C2D-4A23-8643-52362B966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46416-5A21-438B-BF4C-400B96859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B0916-FCCD-4B5A-A361-CB5AA9CD60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382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D2A8-DC86-41CA-83A3-2E8D507B2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6134"/>
          </a:xfrm>
        </p:spPr>
        <p:txBody>
          <a:bodyPr/>
          <a:lstStyle/>
          <a:p>
            <a:r>
              <a:rPr lang="en-US" dirty="0"/>
              <a:t>Overfitting Overlords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63721-549D-41C4-AFCC-E51F626F7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54005"/>
            <a:ext cx="9144000" cy="3949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By Alberto Popescu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6918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FED5D-1763-4B44-AC8B-F85416AFD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Nr EPOCHS for 100% accuracy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6BFF5-80B3-4360-B7C4-241B7B87A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646" y="1793259"/>
            <a:ext cx="9655206" cy="4264457"/>
          </a:xfrm>
        </p:spPr>
        <p:txBody>
          <a:bodyPr/>
          <a:lstStyle/>
          <a:p>
            <a:r>
              <a:rPr lang="en-US" dirty="0"/>
              <a:t>Bes code: &gt;10k epochs</a:t>
            </a:r>
          </a:p>
          <a:p>
            <a:r>
              <a:rPr lang="en-US" dirty="0"/>
              <a:t>Bes code </a:t>
            </a:r>
            <a:r>
              <a:rPr lang="en-US" dirty="0">
                <a:solidFill>
                  <a:srgbClr val="FF0000"/>
                </a:solidFill>
              </a:rPr>
              <a:t>+ PE</a:t>
            </a:r>
            <a:r>
              <a:rPr lang="en-US" dirty="0"/>
              <a:t>: 5k epochs</a:t>
            </a:r>
          </a:p>
          <a:p>
            <a:r>
              <a:rPr lang="en-US" dirty="0"/>
              <a:t>Bes code </a:t>
            </a:r>
            <a:r>
              <a:rPr lang="en-US" dirty="0">
                <a:solidFill>
                  <a:srgbClr val="FF0000"/>
                </a:solidFill>
              </a:rPr>
              <a:t>+ PE + </a:t>
            </a:r>
            <a:r>
              <a:rPr lang="en-US" dirty="0" err="1">
                <a:solidFill>
                  <a:srgbClr val="FF0000"/>
                </a:solidFill>
              </a:rPr>
              <a:t>Multihead</a:t>
            </a:r>
            <a:r>
              <a:rPr lang="en-US" dirty="0"/>
              <a:t>: 1.5k epochs</a:t>
            </a:r>
          </a:p>
          <a:p>
            <a:r>
              <a:rPr lang="en-US" dirty="0"/>
              <a:t>Bes code </a:t>
            </a:r>
            <a:r>
              <a:rPr lang="en-US" dirty="0">
                <a:solidFill>
                  <a:srgbClr val="FF0000"/>
                </a:solidFill>
              </a:rPr>
              <a:t>+ PE + </a:t>
            </a:r>
            <a:r>
              <a:rPr lang="en-US" dirty="0" err="1">
                <a:solidFill>
                  <a:srgbClr val="FF0000"/>
                </a:solidFill>
              </a:rPr>
              <a:t>Multihead</a:t>
            </a:r>
            <a:r>
              <a:rPr lang="en-US" dirty="0">
                <a:solidFill>
                  <a:srgbClr val="FF0000"/>
                </a:solidFill>
              </a:rPr>
              <a:t> + RC with Normalization</a:t>
            </a:r>
            <a:r>
              <a:rPr lang="en-US" dirty="0"/>
              <a:t>: 420 epochs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C6130-3D95-4573-88A8-608D40986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63" y="4590661"/>
            <a:ext cx="2029108" cy="1705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BEE94C-E55A-4771-B362-0532D73F3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666" y="4662108"/>
            <a:ext cx="3105583" cy="781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5A3554-E6C4-46D6-A6E8-BAA7BC07C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096" y="4590661"/>
            <a:ext cx="1762371" cy="14670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A75A03-1C81-4E88-A727-F9A9BB605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073" y="4662108"/>
            <a:ext cx="1733792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024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C8F7-A3DA-4EA5-9566-86A06E3F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51346" cy="1325563"/>
          </a:xfrm>
        </p:spPr>
        <p:txBody>
          <a:bodyPr>
            <a:normAutofit/>
          </a:bodyPr>
          <a:lstStyle/>
          <a:p>
            <a:r>
              <a:rPr lang="en-US" sz="2800" dirty="0"/>
              <a:t>Encoder_magic_4_epoch_500_loss_1.4351_acc_65.6268%_time_32.4519</a:t>
            </a:r>
            <a:endParaRPr lang="en-GB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45A9DD-B8F5-4F78-A70A-465C5EACA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221487" cy="47631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0D7FC5-D5E4-4211-8090-652ABB35E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42842"/>
            <a:ext cx="4906060" cy="2838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CBD137-F5B6-4F2C-8870-54BD63638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253560"/>
            <a:ext cx="8030696" cy="8668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8A267B-310C-47D3-A058-4C34A06A2998}"/>
              </a:ext>
            </a:extLst>
          </p:cNvPr>
          <p:cNvSpPr txBox="1"/>
          <p:nvPr/>
        </p:nvSpPr>
        <p:spPr>
          <a:xfrm>
            <a:off x="6096000" y="3139045"/>
            <a:ext cx="3842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need more features!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052119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screen with black text&#10;&#10;Description automatically generated">
            <a:extLst>
              <a:ext uri="{FF2B5EF4-FFF2-40B4-BE49-F238E27FC236}">
                <a16:creationId xmlns:a16="http://schemas.microsoft.com/office/drawing/2014/main" id="{D4E462BE-9828-4E97-9C28-72268C185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" y="340518"/>
            <a:ext cx="12163865" cy="6176963"/>
          </a:xfrm>
        </p:spPr>
      </p:pic>
    </p:spTree>
    <p:extLst>
      <p:ext uri="{BB962C8B-B14F-4D97-AF65-F5344CB8AC3E}">
        <p14:creationId xmlns:p14="http://schemas.microsoft.com/office/powerpoint/2010/main" val="22705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72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Overfitting Overlords</vt:lpstr>
      <vt:lpstr>Nr EPOCHS for 100% accuracy</vt:lpstr>
      <vt:lpstr>Encoder_magic_4_epoch_500_loss_1.4351_acc_65.6268%_time_32.4519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Overfitting Overlords</dc:title>
  <dc:creator>Popescu, Alberto (STFC,RAL,ISIS)</dc:creator>
  <cp:lastModifiedBy>Alberto Alive</cp:lastModifiedBy>
  <cp:revision>8</cp:revision>
  <dcterms:created xsi:type="dcterms:W3CDTF">2024-11-08T11:35:17Z</dcterms:created>
  <dcterms:modified xsi:type="dcterms:W3CDTF">2025-01-10T22:07:29Z</dcterms:modified>
</cp:coreProperties>
</file>